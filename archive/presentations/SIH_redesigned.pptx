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  <a:latin typeface="Calibri"/>
              </a:defRPr>
            </a:pPr>
            <a:r>
              <a:t>Smart India Hackathon - Travel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 b="0">
                <a:solidFill>
                  <a:srgbClr val="003366"/>
                </a:solidFill>
                <a:latin typeface="Calibri"/>
              </a:defRPr>
            </a:pPr>
            <a:r>
              <a:t>Corporate Presentation</a:t>
            </a:r>
          </a:p>
          <a:p>
            <a:r>
              <a:t>Team: SIH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8159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8159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8159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8159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8159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8159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8159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8159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